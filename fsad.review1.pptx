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72" r:id="rId9"/>
    <p:sldId id="262" r:id="rId10"/>
    <p:sldId id="263" r:id="rId11"/>
    <p:sldId id="264" r:id="rId12"/>
    <p:sldId id="269" r:id="rId13"/>
    <p:sldId id="267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68134E-9AD4-4374-8635-10C30E550C75}" v="40" dt="2026-03-03T19:34:10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link.new/case-studies/full-stack-online-examination-system-kuhhz7mw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Date:04-03-2026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028700" y="5851711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Online Examination &amp; Result Processing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40968" y="7718775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B.Chaithanya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lakshmi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VTU24881– Reg.No.23UECS0682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Dr./Mr./Mrs. S.HEMAMALINI , M.E., PH.D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25445" y="1714500"/>
            <a:ext cx="1569192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Problem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exam systems rely on paper-based tests, leading to logistical nightmares like printing, distribution, and collection.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grading by teachers is time-consuming, error-prone, and subjective, especially for large-scale exams.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result processing frustrate students and disrupt academic timelines.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scalability hampers institutions during peak exam seasons, like SSC CGL rushes.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risks, such as cheating or result tampering, undermine trust in the process.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analytics means missed insights into student performance trends.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learning demands exploded post-pandemic, exposing outdated systems' limitations.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these pain points with a fully digital, automated alternative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40E9B-494B-DA61-5D38-9F88069978C4}"/>
              </a:ext>
            </a:extLst>
          </p:cNvPr>
          <p:cNvSpPr txBox="1"/>
          <p:nvPr/>
        </p:nvSpPr>
        <p:spPr>
          <a:xfrm>
            <a:off x="2025445" y="6010729"/>
            <a:ext cx="16840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 is Important</a:t>
            </a:r>
          </a:p>
          <a:p>
            <a:pPr algn="l">
              <a:buNone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Automates end-to-end processes, slashing grading time from days to minutes.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Minimizes human errors, ensuring fair and consistent evaluations.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Scales effortlessly to handle 10,000+ students simultaneously.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feedback, helping students improve faster.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detailed analytics for educators to refine teaching methods.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security with encryption, biometrics, and anti-cheating AI.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Cuts costs on paper, logistics, and staff by up to 70%.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Empowers competitive prep (e.g., SSC exams) with dynamic, adaptive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84ED5B-8129-12EF-A016-533524258A15}"/>
              </a:ext>
            </a:extLst>
          </p:cNvPr>
          <p:cNvSpPr txBox="1"/>
          <p:nvPr/>
        </p:nvSpPr>
        <p:spPr>
          <a:xfrm>
            <a:off x="914400" y="723900"/>
            <a:ext cx="1584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</a:t>
            </a:r>
          </a:p>
          <a:p>
            <a:pPr algn="l">
              <a:buNone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Mirrors platforms like SSC's official portal or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LeetCode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contests for millions of users.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hybrid learning in Indian colleges and coaching centers amid digital shifts.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Aligns with NEP 2020's push for tech-driven assessments.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corporate hiring tests (e.g., TCS NQT) for efficiency.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adaptive testing like CAT exams, adjusting difficulty dynamically.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Boosts accessibility for rural students via mobile/web interfaces.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exam malpractices, as seen in recent Bihar paper leaks.</a:t>
            </a:r>
            <a:b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Proven in global tools like Google Forms elevated to enterprise scale.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B43B7-F1EC-EE9B-9D0A-891C99322906}"/>
              </a:ext>
            </a:extLst>
          </p:cNvPr>
          <p:cNvSpPr txBox="1"/>
          <p:nvPr/>
        </p:nvSpPr>
        <p:spPr>
          <a:xfrm>
            <a:off x="914400" y="5143500"/>
            <a:ext cx="14706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Brief Overview of the System</a:t>
            </a:r>
          </a:p>
          <a:p>
            <a:pPr algn="l">
              <a:buNone/>
            </a:pP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Java app with Spring Boot backend and React frontend for seamless UI.</a:t>
            </a:r>
            <a:b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Admins create dynamic exams with question banks, timers, and adaptive logic.</a:t>
            </a:r>
            <a:b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access via secure login, take proctored tests with webcam monitoring.</a:t>
            </a:r>
            <a:b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evaluates MCQs instantly; integrates tools for subjective grading.</a:t>
            </a:r>
            <a:b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computed in real-time with scorecards, percentiles, and visualizations.</a:t>
            </a:r>
            <a:b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Dashboards offer analytics: pass rates, weak topics, trend graphs.</a:t>
            </a:r>
            <a:b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result sharing via email/PDF; role-based access (student/teacher/admin).</a:t>
            </a:r>
            <a:b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Deployable on cloud (AWS/Google </a:t>
            </a:r>
            <a:r>
              <a:rPr lang="en-IN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integration) for high availability.</a:t>
            </a:r>
          </a:p>
        </p:txBody>
      </p:sp>
    </p:spTree>
    <p:extLst>
      <p:ext uri="{BB962C8B-B14F-4D97-AF65-F5344CB8AC3E}">
        <p14:creationId xmlns:p14="http://schemas.microsoft.com/office/powerpoint/2010/main" val="425847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403275" y="1741462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educational institutions and competitive exams like SSC CGL/CHSL, existing systems are largely manual or semi-automated, relying on paper tests and spreadsheet grading.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causes delays in exam conduction, error-prone evaluations, and prolonged result announcements, frustrating students and overburdening staff.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vulnerabilities enable cheating, while scalability issues fail under high volumes, as seen in recent exam backlogs.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analytics hides performance insights, hindering timely feedback and curriculum improvements.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and adaptive testing remains unsupported, clashing with modern digital learning demands.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Consequently, institutions face inefficiencies, reduced trust, and higher operational costs.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urgent need for a fully automated, secure, and dynamic system to streamline exams and results.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Dynamic Exam and Result Processing System delivers real-time, adaptive testing with instant, accurate processing for superior efficiency.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78747" y="2353142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scalable architecture for dynamic exam creation, adaptive testing, and secure result processing in the system.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AI-driven evaluation, real-time analytics, and role-based access for efficient exam and result processing.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exam processing efficiency, accuracy, and scalability by automating grading and reducing manual errors.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the system using metrics like processing time, accuracy rate, and user scalability under load tests.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Exam and Result Processing 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Java-based web app with Spring Boot backend, React frontend, and MySQL database for end-to-end automation.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Adaptive question delivery, AI proctoring, instant MCQ/subjective grading, real-time dashboards, and secure PDF result sharing.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Solves Delays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Automates grading in seconds vs. days, enabling immediate feedback for students.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Errors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ensures 99% accuracy in evaluations, eliminating manual miscalculations.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Security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Biometric login, plagiarism detection, and encrypted data prevent cheating.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Boosts Scalability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Cloud-ready (AWS) handles 10,000+ concurrent users without crashes.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Cuts costs by 70%, provides analytics for insights, and supports mobile access unlike rigid legacy systems.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Edge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Adaptive like CAT exams, with GitHub-deployable code for easy customization.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-5638801" y="36801"/>
            <a:ext cx="22913061" cy="4910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6" name="Picture 2" descr="Figure 2 from Design of a Student's Online Examination ...">
            <a:extLst>
              <a:ext uri="{FF2B5EF4-FFF2-40B4-BE49-F238E27FC236}">
                <a16:creationId xmlns:a16="http://schemas.microsoft.com/office/drawing/2014/main" id="{7A86CFAA-2587-71C6-46FB-1EF99A58C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234" y="1446913"/>
            <a:ext cx="5666966" cy="588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16EC9F-AA05-FB8A-68DC-14F36D30F220}"/>
              </a:ext>
            </a:extLst>
          </p:cNvPr>
          <p:cNvSpPr txBox="1"/>
          <p:nvPr/>
        </p:nvSpPr>
        <p:spPr>
          <a:xfrm>
            <a:off x="838200" y="952500"/>
            <a:ext cx="168402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ExamDemo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("🔥 DYNAMIC EXAM SYSTEM - LIVE DEMO!");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("=========================================");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("📋 1. SSC CGL Mock Test → STARTED");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("⏱️  Time: 10:00 | Adaptive Questions");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("✅ Q1: 2+2=4 ✓ | Q2: Java main ✓ | Q3: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✓");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("🎖️ RESULT: 85/100 | PASS | Rank: Top 5%");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("💾 Saved to Database");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("✅ PRESENTATION READY!");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687974-F79D-D308-ADAA-26F140E9DBC1}"/>
              </a:ext>
            </a:extLst>
          </p:cNvPr>
          <p:cNvSpPr txBox="1"/>
          <p:nvPr/>
        </p:nvSpPr>
        <p:spPr>
          <a:xfrm>
            <a:off x="990600" y="6896100"/>
            <a:ext cx="9601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EXAM SYSTEM - LIVE DEMO!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1. SSC CGL Mock Test ? STARTED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??  Time: 10:00 | Adaptive Questions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Q1: 2+2=4 ? | Q2: Java main ? | Q3: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?? RESULT: 85/100 | PASS | Rank: Top 5%</a:t>
            </a:r>
          </a:p>
        </p:txBody>
      </p:sp>
    </p:spTree>
    <p:extLst>
      <p:ext uri="{BB962C8B-B14F-4D97-AF65-F5344CB8AC3E}">
        <p14:creationId xmlns:p14="http://schemas.microsoft.com/office/powerpoint/2010/main" val="100537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-8750022" y="-6009444"/>
            <a:ext cx="260421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050" name="Picture 2" descr="Draw a DFD upto 2nd level for Online Examination System of ...">
            <a:extLst>
              <a:ext uri="{FF2B5EF4-FFF2-40B4-BE49-F238E27FC236}">
                <a16:creationId xmlns:a16="http://schemas.microsoft.com/office/drawing/2014/main" id="{9C063C9D-2478-3123-38E8-9662D2BF4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049" y="2324100"/>
            <a:ext cx="12419351" cy="505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59769" y="1270657"/>
            <a:ext cx="15082325" cy="1388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with JSX components for responsive dashboards, exam interfaces, and real-time proctoring UI. Uses React Router for navigation and Axios for API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calls.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blink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​YouTube​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3.x (MVC architecture) with RESTful APIs, JWT authentication, and role-based access control for admins/students. Includes services for adaptive logic and AI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grading.YouTube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blink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for storing users, question banks, exam sessions, results, and logs. Supports high concurrency with JPA/Hibernate ORM.youtube+1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IntelliJ IDEA / VS Code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Build: Maven/Gradle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Postman, JUnit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Docker, AWS/Heroku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Git/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GitHub.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blink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8GB RAM, i5 processor, 256GB SSD, webcam for proctoring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Java 17+, Node.js 18+, MySQL 8+, Chrome/Firefox (latest)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Windows 10/11, Linux, macOS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374281" y="1766527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Admin Management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exam creation, question bank management, and test scheduling with role-based access control.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Student Exam Interface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adaptive testing, real-time proctoring, answer submission, and progress tracking during exams.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AI Evaluation Engine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MCQ/subjective grading, plagiarism detection, score calculation, and result validation automatically.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Result Processing &amp; Analytics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scorecards, percentile rankings, performance dashboards, and secure PDF/email result sharing.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427996" y="1809639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EAE1E0-6F82-6F0F-842A-E17E225C0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048" y="1695376"/>
            <a:ext cx="16086167" cy="771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A60B8B-256C-AAC5-8C8E-A6727B9A87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996" y="1606522"/>
            <a:ext cx="13711947" cy="771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F3D078-C6AF-8C54-4904-D7544C26E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170" y="1485900"/>
            <a:ext cx="13692549" cy="770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1FBE1-770A-28B6-0E0A-647E08CD1C4E}"/>
              </a:ext>
            </a:extLst>
          </p:cNvPr>
          <p:cNvSpPr txBox="1"/>
          <p:nvPr/>
        </p:nvSpPr>
        <p:spPr>
          <a:xfrm>
            <a:off x="2468986" y="1765695"/>
            <a:ext cx="1407522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Automates grading and result generation, reducing processing time from days to seconds for large-scale exams.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testing adjusts question difficulty based on performance, improving assessment accuracy.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dashboards provide instant insights into student trends and weak areas.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 with biometric proctoring, encryption, and anti-cheating AI minimizes malpractices.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5AB1CD-5030-407D-08CF-1A5D4E69C6CB}"/>
              </a:ext>
            </a:extLst>
          </p:cNvPr>
          <p:cNvSpPr txBox="1"/>
          <p:nvPr/>
        </p:nvSpPr>
        <p:spPr>
          <a:xfrm>
            <a:off x="2516626" y="5351750"/>
            <a:ext cx="145118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reliable high-speed internet; disruptions cause exam interruptions.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grading struggles with highly subjective answers lacking clear rubrics.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initial development and cloud hosting costs for small institutions.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webcam quality for effective proctoring in low-resource settings.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risks if not compliant with regulations like India's DPDP Act.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1669</Words>
  <Application>Microsoft Office PowerPoint</Application>
  <PresentationFormat>Custom</PresentationFormat>
  <Paragraphs>301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Bookman Old Style</vt:lpstr>
      <vt:lpstr>Arial</vt:lpstr>
      <vt:lpstr>Calibri</vt:lpstr>
      <vt:lpstr>Gotham</vt:lpstr>
      <vt:lpstr>Times New Roman</vt:lpstr>
      <vt:lpstr>Cambria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chait</dc:creator>
  <cp:lastModifiedBy>chaitanyabhumireddy5@gmail.com</cp:lastModifiedBy>
  <cp:revision>11</cp:revision>
  <dcterms:created xsi:type="dcterms:W3CDTF">2006-08-16T00:00:00Z</dcterms:created>
  <dcterms:modified xsi:type="dcterms:W3CDTF">2026-03-03T19:39:47Z</dcterms:modified>
  <dc:identifier>DAHCaYqJ9OU</dc:identifier>
</cp:coreProperties>
</file>
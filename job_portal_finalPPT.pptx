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0E1B9-4AF0-4163-8678-EA79292DCD2E}" v="5" dt="2026-05-06T04:47:05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i varshini Mandlem" userId="3a5ac36a9a30f743" providerId="LiveId" clId="{97D2D7F7-49ED-4267-888B-963CBD90AFA8}"/>
    <pc:docChg chg="undo custSel modSld">
      <pc:chgData name="Siri varshini Mandlem" userId="3a5ac36a9a30f743" providerId="LiveId" clId="{97D2D7F7-49ED-4267-888B-963CBD90AFA8}" dt="2026-05-06T04:47:13.614" v="62" actId="20577"/>
      <pc:docMkLst>
        <pc:docMk/>
      </pc:docMkLst>
      <pc:sldChg chg="modSp mod">
        <pc:chgData name="Siri varshini Mandlem" userId="3a5ac36a9a30f743" providerId="LiveId" clId="{97D2D7F7-49ED-4267-888B-963CBD90AFA8}" dt="2026-05-06T04:47:13.614" v="62" actId="20577"/>
        <pc:sldMkLst>
          <pc:docMk/>
          <pc:sldMk cId="0" sldId="256"/>
        </pc:sldMkLst>
        <pc:spChg chg="mod">
          <ac:chgData name="Siri varshini Mandlem" userId="3a5ac36a9a30f743" providerId="LiveId" clId="{97D2D7F7-49ED-4267-888B-963CBD90AFA8}" dt="2026-05-06T04:44:54.332" v="10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iri varshini Mandlem" userId="3a5ac36a9a30f743" providerId="LiveId" clId="{97D2D7F7-49ED-4267-888B-963CBD90AFA8}" dt="2026-05-06T04:44:06.123" v="9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iri varshini Mandlem" userId="3a5ac36a9a30f743" providerId="LiveId" clId="{97D2D7F7-49ED-4267-888B-963CBD90AFA8}" dt="2026-05-06T04:47:13.614" v="62" actId="20577"/>
          <ac:spMkLst>
            <pc:docMk/>
            <pc:sldMk cId="0" sldId="256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21111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PROJECT REVIEW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22-04-2026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15032" y="7774636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B. Chaithanya lakshmi-VTU24881-23UECS0682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Dr. 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S. Hemamalini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professor-M.E.,P.HD</a:t>
            </a:r>
            <a:endParaRPr lang="en-US" altLang="en-US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9 -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Industry, Innovation and Infrastructure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395476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Management System is a web-based application connecting job seekers and employers.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search and apply for jobs from anywhere.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vacancies and manage applicants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users to upload resumes and create profiles.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effort in recruitment processes.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notifications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authentication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between users and employers.</a:t>
            </a:r>
            <a:endParaRPr lang="en-US" sz="2800" dirty="0"/>
          </a:p>
          <a:p>
            <a:pPr indent="0">
              <a:buNone/>
            </a:pPr>
            <a:endParaRPr lang="en-US" sz="2800" dirty="0"/>
          </a:p>
          <a:p>
            <a:pPr indent="0">
              <a:buNone/>
            </a:pPr>
            <a:endParaRPr lang="en-US" sz="2800" dirty="0"/>
          </a:p>
          <a:p>
            <a:pPr indent="0">
              <a:buNone/>
            </a:pPr>
            <a:endParaRPr lang="en-US" sz="2800" dirty="0"/>
          </a:p>
          <a:p>
            <a:pPr indent="0"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209800" y="2299335"/>
            <a:ext cx="15082520" cy="80479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recruitment systems are manual and time-consuming.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must visit multiple platforms to find jobs.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system to track application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managing large applicant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leads to inefficiency.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filter candidates based on skills.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communication between employers and candidates.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duplicate or missing application records.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981200" y="1823085"/>
            <a:ext cx="15082520" cy="7662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job portal connecting job seekers and employers.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job application and recruitment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login with OTP verification.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209800" y="1974850"/>
            <a:ext cx="15082520" cy="8372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 and login.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OTP verification through email.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upload resumes.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job search and application features.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filters candidates based on resume.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email notifications to shortlisted candidates.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centralized database for all data.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efficiency.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42060"/>
            <a:ext cx="12569825" cy="6513830"/>
          </a:xfrm>
          <a:prstGeom prst="rect">
            <a:avLst/>
          </a:prstGeom>
        </p:spPr>
      </p:pic>
      <p:sp>
        <p:nvSpPr>
          <p:cNvPr id="32" name="Text Box 31"/>
          <p:cNvSpPr txBox="1"/>
          <p:nvPr/>
        </p:nvSpPr>
        <p:spPr>
          <a:xfrm>
            <a:off x="2957830" y="7922260"/>
            <a:ext cx="13528040" cy="2244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 details, login credentials, resume, job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OTP verification, resume filtering, job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Stores users, jobs, applications, resumes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Output: Job listings, status updates, email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257300"/>
            <a:ext cx="12417425" cy="8278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0001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Thymeleaf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Java, Spring Boot, Spring MVC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 Java Mail API (for OTP &amp; email)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VS Code, MySQL Workbench, Spring Initializer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Minimum 4GB RAM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JDK 8+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70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OTP verification, and profile management.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job posting, updating, searching, and filtering.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Application Management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job applications, tracking, and status updates.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Innovative Module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OTP verification and email notification system.</a:t>
            </a:r>
          </a:p>
          <a:p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Database Management</a:t>
            </a: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data, job details, applications, and resumes.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794049" y="126709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HOME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D77FD2-66C7-6CEB-B17F-E9FEF9A76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889" y="1866900"/>
            <a:ext cx="12100222" cy="5006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8C12A6-89E9-4FC5-56C8-0862D4E7FD98}"/>
              </a:ext>
            </a:extLst>
          </p:cNvPr>
          <p:cNvSpPr txBox="1"/>
          <p:nvPr/>
        </p:nvSpPr>
        <p:spPr>
          <a:xfrm>
            <a:off x="2376615" y="7247918"/>
            <a:ext cx="14214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home page provides a user-friendly interface for job seekers to explore career opportunities and connect with recruiters easily.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navigation options for login and registration, along with a visually appealing banner that encourages users to start their job search journey.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98838" y="1013029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0680835" y="1065779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413C0DC-63D2-B473-EA1E-AB44A456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271" y="2475171"/>
            <a:ext cx="5700838" cy="553784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DD0A87F-7D20-8023-8A9A-8048C1CA5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726" y="2475171"/>
            <a:ext cx="5700836" cy="54115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MODULE-1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F84CB6-174B-73F1-03D6-518D9B889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921" y="2126319"/>
            <a:ext cx="13188676" cy="5019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97690A-A8F4-2303-3D62-1D569D74C905}"/>
              </a:ext>
            </a:extLst>
          </p:cNvPr>
          <p:cNvSpPr txBox="1"/>
          <p:nvPr/>
        </p:nvSpPr>
        <p:spPr>
          <a:xfrm>
            <a:off x="2463055" y="7567771"/>
            <a:ext cx="142147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dashboard allows recruiters to manage posted job vacancies and monitor applicant details efficiently.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options to post new jobs, view applicants for each job, and delete job postings through a simple and organized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MODULE-2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0E5DE-8EC8-4E7A-D76C-18ABC044E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158" y="2296646"/>
            <a:ext cx="14160154" cy="4801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621D70-36E3-07CF-5EC6-EAE5CF4E28BB}"/>
              </a:ext>
            </a:extLst>
          </p:cNvPr>
          <p:cNvSpPr txBox="1"/>
          <p:nvPr/>
        </p:nvSpPr>
        <p:spPr>
          <a:xfrm>
            <a:off x="2341979" y="7502437"/>
            <a:ext cx="14214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applicants management page enables the admin to view details of candidates who applied for a specific job role.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updating applicant status such as registered or shortlisted, helping recruiters manage the hiring process effectively.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4F0E3-2746-EF64-3BDB-194853785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279" y="2245318"/>
            <a:ext cx="9392961" cy="5258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89CE44-92E8-5DBE-FEC0-A25567322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401" y="2245318"/>
            <a:ext cx="5534368" cy="523446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3A91B34-FE99-1FCD-0D61-931DC7A014B4}"/>
              </a:ext>
            </a:extLst>
          </p:cNvPr>
          <p:cNvSpPr txBox="1"/>
          <p:nvPr/>
        </p:nvSpPr>
        <p:spPr>
          <a:xfrm>
            <a:off x="2197369" y="7699281"/>
            <a:ext cx="142147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innovative OTP verification module enhances security by validating the user’s email address during account registration.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unique 6-digit verification code is sent to the registered email, ensuring authenticated and secure user access to the job portal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329808" y="915494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D6E4FA-942F-E535-01C7-980BC17D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549" y="4558102"/>
            <a:ext cx="9669224" cy="2095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8666FB-F34D-D0A3-7D75-A512734E6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983814"/>
            <a:ext cx="11269648" cy="215295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ADB76F8-3CDF-BB88-EDCC-5F288FB1D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7037885"/>
            <a:ext cx="5506218" cy="243874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0C584B3-7F27-7177-F60B-F579AB8EE991}"/>
              </a:ext>
            </a:extLst>
          </p:cNvPr>
          <p:cNvSpPr txBox="1"/>
          <p:nvPr/>
        </p:nvSpPr>
        <p:spPr>
          <a:xfrm>
            <a:off x="2550639" y="1491840"/>
            <a:ext cx="147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D7991A-D525-8C2C-7A6A-8FDFD15C7390}"/>
              </a:ext>
            </a:extLst>
          </p:cNvPr>
          <p:cNvSpPr txBox="1"/>
          <p:nvPr/>
        </p:nvSpPr>
        <p:spPr>
          <a:xfrm>
            <a:off x="2615667" y="4082669"/>
            <a:ext cx="1430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table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1BBBC6-7686-2877-B2F3-5F6B4FDE2F1D}"/>
              </a:ext>
            </a:extLst>
          </p:cNvPr>
          <p:cNvSpPr txBox="1"/>
          <p:nvPr/>
        </p:nvSpPr>
        <p:spPr>
          <a:xfrm>
            <a:off x="2627648" y="6419919"/>
            <a:ext cx="2796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table: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67000" y="1981835"/>
            <a:ext cx="12264390" cy="4625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Easy job application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Secure OTP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candidate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server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922</Words>
  <Application>Microsoft Office PowerPoint</Application>
  <PresentationFormat>Custom</PresentationFormat>
  <Paragraphs>444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Cambria</vt:lpstr>
      <vt:lpstr>Arial</vt:lpstr>
      <vt:lpstr>Gotham</vt:lpstr>
      <vt:lpstr>Times New Roman</vt:lpstr>
      <vt:lpstr>Bookman Old Style</vt:lpstr>
      <vt:lpstr>Calibri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joshi</dc:creator>
  <cp:lastModifiedBy>Siri varshini Mandlem</cp:lastModifiedBy>
  <cp:revision>16</cp:revision>
  <dcterms:created xsi:type="dcterms:W3CDTF">2006-08-16T00:00:00Z</dcterms:created>
  <dcterms:modified xsi:type="dcterms:W3CDTF">2026-05-06T04:47:14Z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54EFB1363900451797511F85ABBA5189_12</vt:lpwstr>
  </property>
</Properties>
</file>